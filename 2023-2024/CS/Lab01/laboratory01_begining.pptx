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58FFDA-E052-4DC1-8A53-3CDEB6F15438}">
  <a:tblStyle styleId="{5058FFDA-E052-4DC1-8A53-3CDEB6F154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86ed8c87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86ed8c8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86ed8c87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86ed8c8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86ed8c87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86ed8c87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Definite Assignment - "przypisaNo Nowątpliwe"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886ed8c87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886ed8c87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C++/C#/Java </a:t>
            </a:r>
            <a:r>
              <a:rPr lang="en-GB"/>
              <a:t>comparison</a:t>
            </a:r>
            <a:r>
              <a:rPr lang="en-GB"/>
              <a:t> </a:t>
            </a:r>
            <a:endParaRPr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373213" y="9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{5058FFDA-E052-4DC1-8A53-3CDEB6F15438}</a:tableStyleId>
              </a:tblPr>
              <a:tblGrid>
                <a:gridCol w="2786925"/>
                <a:gridCol w="1756800"/>
                <a:gridCol w="1618800"/>
                <a:gridCol w="2235050"/>
              </a:tblGrid>
              <a:tr h="31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C++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C#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Java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29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Virtual machine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7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Automatic memory </a:t>
                      </a:r>
                      <a:r>
                        <a:rPr lang="en-GB" sz="1100"/>
                        <a:t>management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7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Uniform class hierarchy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Yes, except for Built-in types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7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</a:t>
                      </a:r>
                      <a:r>
                        <a:rPr lang="en-GB" sz="1100"/>
                        <a:t>eference types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9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Value types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Only Built-in types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9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Destructors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Yes, but </a:t>
                      </a:r>
                      <a:r>
                        <a:rPr lang="en-GB" sz="1100"/>
                        <a:t>rarely</a:t>
                      </a:r>
                      <a:r>
                        <a:rPr lang="en-GB" sz="1100"/>
                        <a:t> used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r>
                        <a:rPr lang="en-GB" sz="1100"/>
                        <a:t> (Finalize method)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9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Multiple Inheritance</a:t>
                      </a: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9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Interfaces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7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Pointers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Only in “unsafe” code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C++/C#/Java comparison 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28125" y="71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{5058FFDA-E052-4DC1-8A53-3CDEB6F15438}</a:tableStyleId>
              </a:tblPr>
              <a:tblGrid>
                <a:gridCol w="2827750"/>
                <a:gridCol w="1782525"/>
                <a:gridCol w="1642525"/>
                <a:gridCol w="2267800"/>
              </a:tblGrid>
              <a:tr h="35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C++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C#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/>
                        <a:t>Java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Global functions and variables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4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Method types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Virtual and non-virtual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Virtual and non-virtual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Only abstract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4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Delegations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Pointers to functions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Events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Properties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Operator overloading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Indexers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operator []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</a:t>
                      </a:r>
                      <a:r>
                        <a:rPr lang="en-GB" sz="1100"/>
                        <a:t>etadata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Reflection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Attributes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No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Yes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Adnotations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C++/C#/Java comparison 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214550" y="71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{5058FFDA-E052-4DC1-8A53-3CDEB6F15438}</a:tableStyleId>
              </a:tblPr>
              <a:tblGrid>
                <a:gridCol w="2865450"/>
                <a:gridCol w="1806275"/>
                <a:gridCol w="1664425"/>
                <a:gridCol w="2298025"/>
              </a:tblGrid>
              <a:tr h="37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C++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C#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Java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Header files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Preprocessor directives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31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</a:t>
                      </a:r>
                      <a:r>
                        <a:rPr lang="en-GB" sz="1200"/>
                        <a:t>mplicite</a:t>
                      </a:r>
                      <a:r>
                        <a:rPr lang="en-GB" sz="1200"/>
                        <a:t> specification of exceptions raised by the function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</a:t>
                      </a:r>
                      <a:r>
                        <a:rPr lang="en-GB" sz="1200"/>
                        <a:t>ptional 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Obligatory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Definite Assignment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Passing parameters by reference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Default parameters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Const keyword for parameters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Variable number of parameters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r>
                        <a:rPr lang="en-GB" sz="1200"/>
                        <a:t> - any type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r>
                        <a:rPr lang="en-GB" sz="1200"/>
                        <a:t> - only same type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Yes</a:t>
                      </a:r>
                      <a:r>
                        <a:rPr lang="en-GB" sz="1200"/>
                        <a:t> - only same type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features of C++, C# and Java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000075"/>
            <a:ext cx="8520600" cy="38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All are fully object-oriented languages: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Classes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Inheritance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Polymorphism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Abstraction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Encapsulation</a:t>
            </a:r>
            <a:endParaRPr sz="1500"/>
          </a:p>
          <a:p>
            <a:pPr indent="-3238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Constructors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Similar syntax derived from the C language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Exception handling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Overloading of functions (methods)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Instance and static methods</a:t>
            </a:r>
            <a:endParaRPr sz="1500"/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All allow the definition of generic types (templates), but they are implemented quite differently in C# than in C++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